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D8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84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928E3C-016F-6B1F-19EB-F29559B21B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7AAE631-68EE-F564-5B25-FBEC97CAA3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3AE88E-6E75-ECC4-D894-D0B9E3A58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ACB0E-42D0-4737-AA99-E9A62B82D96C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25D29A-D45C-26C7-8107-EC5E96F0E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E75A3E-8497-C803-B14A-ACB8DE3E3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7CAE6-D241-4E5F-8F9B-361705122E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2865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7D1B41-7D87-B680-909D-BF0E1EDB9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E46F5C-86D8-50AA-5A45-0352796C9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8F0D9E-FC01-0BB7-23FF-9D60DB589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ACB0E-42D0-4737-AA99-E9A62B82D96C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116ED1-BEB4-D73B-A045-E407C69E7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7D93E4-0008-93A6-79B5-92723FEDA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7CAE6-D241-4E5F-8F9B-361705122E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0269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B7A819-7A3D-D20A-57C6-5FF3553DD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BDBD907-3EDC-D2CC-1E6D-6B074859CE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A4620B-3F93-5FFD-E4E7-B96BB29B5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ACB0E-42D0-4737-AA99-E9A62B82D96C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800DA7-F626-A2A5-0F72-FA95151FA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0FA331-421F-86CB-40D5-0778E82FA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7CAE6-D241-4E5F-8F9B-361705122E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6146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AE1633-EE7A-515B-E527-74EB2D50C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1AEE8B-517F-66E5-B661-B704DE7E73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44B9511-21B9-01F6-706E-A974C6A83C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8ED5A2B-6016-09E5-355D-075AA86E5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ACB0E-42D0-4737-AA99-E9A62B82D96C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E89DA73-CE39-B093-DC04-FBAC2E4D0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A65846-67B2-5451-AECA-D960F969A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7CAE6-D241-4E5F-8F9B-361705122E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4252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D891-D799-7407-1234-96881EB93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C464FE8-AF16-6886-7522-B6BE5B99C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D7C632D-C3E1-F866-2F71-694AC91E96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39A048A-3693-3FEF-3AB4-1B351B9CF3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BA64D1B-77A3-8845-0DDD-24865CE2FB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A42E167-642D-D12F-7F54-011D6AB60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ACB0E-42D0-4737-AA99-E9A62B82D96C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180CFCA-5916-2BE8-81CB-0DC6E3F26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08CBDAB-F941-B7B9-7630-637E1BD4F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7CAE6-D241-4E5F-8F9B-361705122E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527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C2EE37-C08F-423B-EEC1-03ED35716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EE91731-AC0B-C332-8064-B3990647C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ACB0E-42D0-4737-AA99-E9A62B82D96C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D8D1388-69DA-14EF-C19C-C0B512A17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810EF80-93D9-4653-2D97-A080837A8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7CAE6-D241-4E5F-8F9B-361705122E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0100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CABED6A-A0B2-1ADB-2B1E-6964C6E21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ACB0E-42D0-4737-AA99-E9A62B82D96C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54A75C4-D6EB-3600-3812-91863A107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93F02CA-FE43-65D9-FC4D-F7E94651B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7CAE6-D241-4E5F-8F9B-361705122E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4673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9691D2-D21D-921E-BC83-ADD7E375C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ED9BCC-A129-9F75-C421-AAF043BA9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D1E2E92-C794-F142-9C71-D2A6E5177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928734A-45E7-BDB1-F94D-694ACDC7C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ACB0E-42D0-4737-AA99-E9A62B82D96C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4413663-0C90-9B5A-60E9-FE57FA8B9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F00ED73-ADD3-DF98-AD14-D8761FF12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7CAE6-D241-4E5F-8F9B-361705122E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0892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D3B3B6-5EC8-DE65-B781-6313DED23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2240AF3-126F-0EA0-EC2A-742CF42694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D86421C-668E-236B-E015-BF2DE51F3F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5315DB2-0CEB-B626-C3B6-85BF64472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ACB0E-42D0-4737-AA99-E9A62B82D96C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3147F99-B720-506A-E897-8BC480285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E12F0EF-6069-10E2-6B94-4E90E126B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7CAE6-D241-4E5F-8F9B-361705122E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2261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B8C2F9-E299-3948-E8F8-C6AEAB330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D43CF37-AA58-41C3-5152-FD2F21F048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757586-E05A-C483-4CBC-71AF57CC8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ACB0E-42D0-4737-AA99-E9A62B82D96C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20061F-7A56-D4A9-F65A-64E9EE7A3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2D3CF6-3358-7BF6-2629-F2023BE1D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7CAE6-D241-4E5F-8F9B-361705122E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5328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FE49CC2-0DAC-8E5C-C08F-DDE5278406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CC665F5-4844-F32F-EDD7-C8737B458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268C18-67D0-5A38-D78B-D268EA61A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ACB0E-42D0-4737-AA99-E9A62B82D96C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B486D5-0CE7-A835-F5CD-9FB4658B3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9F3EBBA-0559-F020-3C12-F8AB9B951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7CAE6-D241-4E5F-8F9B-361705122E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2073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3E8FC-31E4-28AB-6DB3-D03C78B79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F16A11C-8163-D882-6206-F257137A4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FF1117-3CF8-ED3D-D4F8-FB474CD15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EACB0E-42D0-4737-AA99-E9A62B82D96C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5EE97C-7EA6-5AEA-A99D-6DF178DD9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24FB54-789C-9786-EDF6-861360E6C0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37CAE6-D241-4E5F-8F9B-361705122E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0688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A5012F4-9D98-F90F-BA13-28EB79ACC3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14" t="1" r="4114" b="58220"/>
          <a:stretch/>
        </p:blipFill>
        <p:spPr>
          <a:xfrm>
            <a:off x="5017192" y="2064812"/>
            <a:ext cx="2157618" cy="1139896"/>
          </a:xfrm>
          <a:prstGeom prst="rect">
            <a:avLst/>
          </a:prstGeom>
        </p:spPr>
      </p:pic>
      <p:sp>
        <p:nvSpPr>
          <p:cNvPr id="3" name="Левая фигурная скобка 2">
            <a:extLst>
              <a:ext uri="{FF2B5EF4-FFF2-40B4-BE49-F238E27FC236}">
                <a16:creationId xmlns:a16="http://schemas.microsoft.com/office/drawing/2014/main" id="{EF64AD10-0AD7-60EE-5A3E-49860A6F49AD}"/>
              </a:ext>
            </a:extLst>
          </p:cNvPr>
          <p:cNvSpPr/>
          <p:nvPr/>
        </p:nvSpPr>
        <p:spPr>
          <a:xfrm rot="5400000">
            <a:off x="5869535" y="1459517"/>
            <a:ext cx="452927" cy="115795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400BEA-DE7F-0D69-5E0A-49086FBAD208}"/>
              </a:ext>
            </a:extLst>
          </p:cNvPr>
          <p:cNvSpPr txBox="1"/>
          <p:nvPr/>
        </p:nvSpPr>
        <p:spPr>
          <a:xfrm>
            <a:off x="4639121" y="614147"/>
            <a:ext cx="28783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Дату изобразим в виде столпов </a:t>
            </a:r>
            <a:r>
              <a:rPr lang="ru-RU" sz="1200" dirty="0" err="1"/>
              <a:t>БазЦы</a:t>
            </a:r>
            <a:r>
              <a:rPr lang="ru-RU" sz="1200" dirty="0"/>
              <a:t> с номерами Периода и элемента</a:t>
            </a:r>
            <a:br>
              <a:rPr lang="ru-RU" sz="1200" dirty="0"/>
            </a:br>
            <a:r>
              <a:rPr lang="ru-RU" sz="1200" dirty="0"/>
              <a:t>На картинке последовательность день, месяц, год. Пусть это настраивается и возможен вариант Год, месяц, день</a:t>
            </a:r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F2BB73B6-D092-0220-44D8-53484C2349F0}"/>
              </a:ext>
            </a:extLst>
          </p:cNvPr>
          <p:cNvCxnSpPr>
            <a:cxnSpLocks/>
          </p:cNvCxnSpPr>
          <p:nvPr/>
        </p:nvCxnSpPr>
        <p:spPr>
          <a:xfrm flipH="1">
            <a:off x="7174809" y="2180492"/>
            <a:ext cx="6239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FB3CB56-B385-05E4-9312-B5AA373684E9}"/>
              </a:ext>
            </a:extLst>
          </p:cNvPr>
          <p:cNvSpPr txBox="1"/>
          <p:nvPr/>
        </p:nvSpPr>
        <p:spPr>
          <a:xfrm>
            <a:off x="7798777" y="1833978"/>
            <a:ext cx="37191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Номер дня по григорианскому стилю. </a:t>
            </a:r>
            <a:br>
              <a:rPr lang="ru-RU" sz="1200" dirty="0"/>
            </a:br>
            <a:r>
              <a:rPr lang="ru-RU" sz="1200" dirty="0"/>
              <a:t>24 мая в примере</a:t>
            </a: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54FE5F16-DDFB-BEAF-DE70-71BB0A083191}"/>
              </a:ext>
            </a:extLst>
          </p:cNvPr>
          <p:cNvCxnSpPr>
            <a:cxnSpLocks/>
          </p:cNvCxnSpPr>
          <p:nvPr/>
        </p:nvCxnSpPr>
        <p:spPr>
          <a:xfrm flipH="1">
            <a:off x="7174809" y="2572845"/>
            <a:ext cx="6239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E815331-3860-3DBF-9197-03166964F22F}"/>
              </a:ext>
            </a:extLst>
          </p:cNvPr>
          <p:cNvSpPr txBox="1"/>
          <p:nvPr/>
        </p:nvSpPr>
        <p:spPr>
          <a:xfrm>
            <a:off x="7798777" y="2264958"/>
            <a:ext cx="37191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Номер лунного дня и пусть через дробь % видимости и через дробь убывающая, растущая, полнолуние, новолуние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569B25-CFF5-E739-E520-657B6C240F83}"/>
              </a:ext>
            </a:extLst>
          </p:cNvPr>
          <p:cNvSpPr txBox="1"/>
          <p:nvPr/>
        </p:nvSpPr>
        <p:spPr>
          <a:xfrm>
            <a:off x="7395588" y="3339992"/>
            <a:ext cx="37191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Элементы </a:t>
            </a:r>
            <a:r>
              <a:rPr lang="ru-RU" sz="1200" dirty="0" err="1"/>
              <a:t>наинь</a:t>
            </a:r>
            <a:r>
              <a:rPr lang="ru-RU" sz="1200" dirty="0"/>
              <a:t> соответствующего столбца в иероглифах. Если складывается цепочка порождения ко дню или от дня – появляется знак восклицания на в этой строке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3FBEE9-5E01-0CE8-2153-4418F650B6FF}"/>
              </a:ext>
            </a:extLst>
          </p:cNvPr>
          <p:cNvSpPr txBox="1"/>
          <p:nvPr/>
        </p:nvSpPr>
        <p:spPr>
          <a:xfrm>
            <a:off x="2554387" y="4116291"/>
            <a:ext cx="1670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Один из 12 офицеров</a:t>
            </a:r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0E207113-B954-726D-D908-FDEE9E8263AB}"/>
              </a:ext>
            </a:extLst>
          </p:cNvPr>
          <p:cNvCxnSpPr>
            <a:cxnSpLocks/>
          </p:cNvCxnSpPr>
          <p:nvPr/>
        </p:nvCxnSpPr>
        <p:spPr>
          <a:xfrm flipH="1">
            <a:off x="7168420" y="4281774"/>
            <a:ext cx="52739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AE4F899-EE1D-BDD8-AEAC-606B387BA03B}"/>
              </a:ext>
            </a:extLst>
          </p:cNvPr>
          <p:cNvSpPr txBox="1"/>
          <p:nvPr/>
        </p:nvSpPr>
        <p:spPr>
          <a:xfrm>
            <a:off x="7792388" y="4151815"/>
            <a:ext cx="37191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Одна из 28 звезд </a:t>
            </a:r>
          </a:p>
        </p:txBody>
      </p: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2E3FE838-C70A-998D-2342-A43239519A3D}"/>
              </a:ext>
            </a:extLst>
          </p:cNvPr>
          <p:cNvCxnSpPr>
            <a:cxnSpLocks/>
          </p:cNvCxnSpPr>
          <p:nvPr/>
        </p:nvCxnSpPr>
        <p:spPr>
          <a:xfrm>
            <a:off x="4224925" y="4272375"/>
            <a:ext cx="6890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1EAD1B85-B0AA-65F1-7143-F55E5D1F81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54" t="44250" r="5866" b="44402"/>
          <a:stretch/>
        </p:blipFill>
        <p:spPr>
          <a:xfrm>
            <a:off x="5045445" y="3608159"/>
            <a:ext cx="2096681" cy="30962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D0C7A81-30D7-C525-30D6-1786930D0FC0}"/>
              </a:ext>
            </a:extLst>
          </p:cNvPr>
          <p:cNvSpPr txBox="1"/>
          <p:nvPr/>
        </p:nvSpPr>
        <p:spPr>
          <a:xfrm>
            <a:off x="6413541" y="3243574"/>
            <a:ext cx="314189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800" dirty="0" err="1"/>
              <a:t>Хэнг</a:t>
            </a:r>
            <a:r>
              <a:rPr lang="ru-RU" sz="800" dirty="0"/>
              <a:t>-И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FD837B-49C4-583E-40A7-1462C68039E5}"/>
              </a:ext>
            </a:extLst>
          </p:cNvPr>
          <p:cNvSpPr txBox="1"/>
          <p:nvPr/>
        </p:nvSpPr>
        <p:spPr>
          <a:xfrm>
            <a:off x="6396872" y="3391384"/>
            <a:ext cx="480901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800" dirty="0"/>
              <a:t>Сун-</a:t>
            </a:r>
            <a:r>
              <a:rPr lang="ru-RU" sz="800" dirty="0" err="1"/>
              <a:t>Ксянь</a:t>
            </a:r>
            <a:endParaRPr lang="ru-RU" sz="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12A7DD9-5CA2-0E04-F516-AC01A979F709}"/>
              </a:ext>
            </a:extLst>
          </p:cNvPr>
          <p:cNvSpPr txBox="1"/>
          <p:nvPr/>
        </p:nvSpPr>
        <p:spPr>
          <a:xfrm>
            <a:off x="5855549" y="3248038"/>
            <a:ext cx="47929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800" dirty="0"/>
              <a:t>Цянь-</a:t>
            </a:r>
            <a:r>
              <a:rPr lang="ru-RU" sz="800" dirty="0" err="1"/>
              <a:t>Кунь</a:t>
            </a:r>
            <a:endParaRPr lang="ru-RU" sz="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930F9A-02F9-33F2-520F-D6F0B8D90556}"/>
              </a:ext>
            </a:extLst>
          </p:cNvPr>
          <p:cNvSpPr txBox="1"/>
          <p:nvPr/>
        </p:nvSpPr>
        <p:spPr>
          <a:xfrm>
            <a:off x="5855549" y="3391384"/>
            <a:ext cx="400751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800" dirty="0" err="1"/>
              <a:t>Гэгь</a:t>
            </a:r>
            <a:r>
              <a:rPr lang="ru-RU" sz="800" dirty="0"/>
              <a:t>-Дуй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F12AD75-4597-9A82-BEFA-FCF22FF10707}"/>
              </a:ext>
            </a:extLst>
          </p:cNvPr>
          <p:cNvSpPr txBox="1"/>
          <p:nvPr/>
        </p:nvSpPr>
        <p:spPr>
          <a:xfrm>
            <a:off x="5345238" y="3248416"/>
            <a:ext cx="47929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800" dirty="0"/>
              <a:t>Цянь-</a:t>
            </a:r>
            <a:r>
              <a:rPr lang="ru-RU" sz="800" dirty="0" err="1"/>
              <a:t>Кунь</a:t>
            </a:r>
            <a:endParaRPr lang="ru-RU" sz="8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F1BFABD-7377-8656-96FD-CCBCCDDEAC24}"/>
              </a:ext>
            </a:extLst>
          </p:cNvPr>
          <p:cNvSpPr txBox="1"/>
          <p:nvPr/>
        </p:nvSpPr>
        <p:spPr>
          <a:xfrm>
            <a:off x="5345238" y="3391762"/>
            <a:ext cx="400751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800" dirty="0" err="1"/>
              <a:t>Гэгь</a:t>
            </a:r>
            <a:r>
              <a:rPr lang="ru-RU" sz="800" dirty="0"/>
              <a:t>-Дуй</a:t>
            </a:r>
          </a:p>
        </p:txBody>
      </p: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C2402994-C3D5-A883-5446-E9DBC1A2C2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74" t="43495" r="4953" b="54829"/>
          <a:stretch/>
        </p:blipFill>
        <p:spPr>
          <a:xfrm>
            <a:off x="4954383" y="4681489"/>
            <a:ext cx="2157618" cy="45719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711EFC6B-F793-6D40-C22C-B618E864F4C0}"/>
              </a:ext>
            </a:extLst>
          </p:cNvPr>
          <p:cNvSpPr txBox="1"/>
          <p:nvPr/>
        </p:nvSpPr>
        <p:spPr>
          <a:xfrm>
            <a:off x="2055724" y="2838232"/>
            <a:ext cx="22137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Семья гексаграмм</a:t>
            </a:r>
            <a:br>
              <a:rPr lang="ru-RU" sz="1200" dirty="0"/>
            </a:br>
            <a:r>
              <a:rPr lang="ru-RU" sz="1200" dirty="0"/>
              <a:t>Если все три столпа это одна семя гексаграмм появляется знак восклицания</a:t>
            </a:r>
          </a:p>
        </p:txBody>
      </p: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B49F09F3-94C9-F7DE-640E-6706D64F6BF5}"/>
              </a:ext>
            </a:extLst>
          </p:cNvPr>
          <p:cNvCxnSpPr>
            <a:cxnSpLocks/>
          </p:cNvCxnSpPr>
          <p:nvPr/>
        </p:nvCxnSpPr>
        <p:spPr>
          <a:xfrm>
            <a:off x="4200301" y="3366685"/>
            <a:ext cx="6890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ACC6210-C331-77ED-5DAE-24B69D8C1667}"/>
              </a:ext>
            </a:extLst>
          </p:cNvPr>
          <p:cNvSpPr txBox="1"/>
          <p:nvPr/>
        </p:nvSpPr>
        <p:spPr>
          <a:xfrm>
            <a:off x="5048421" y="4222852"/>
            <a:ext cx="631583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800" dirty="0"/>
              <a:t>6. Удержание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3829139-C601-5632-7CF1-E1673E1D3158}"/>
              </a:ext>
            </a:extLst>
          </p:cNvPr>
          <p:cNvSpPr txBox="1"/>
          <p:nvPr/>
        </p:nvSpPr>
        <p:spPr>
          <a:xfrm>
            <a:off x="6627727" y="4228760"/>
            <a:ext cx="487313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800" dirty="0"/>
              <a:t>25. Звезда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8EF65FC-F047-C002-4B66-EE322EB075B0}"/>
              </a:ext>
            </a:extLst>
          </p:cNvPr>
          <p:cNvSpPr txBox="1"/>
          <p:nvPr/>
        </p:nvSpPr>
        <p:spPr>
          <a:xfrm>
            <a:off x="6085432" y="4002553"/>
            <a:ext cx="4488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800" dirty="0"/>
              <a:t>х</a:t>
            </a:r>
          </a:p>
        </p:txBody>
      </p: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B4031F8A-6DDE-B029-7E23-2450964B6907}"/>
              </a:ext>
            </a:extLst>
          </p:cNvPr>
          <p:cNvCxnSpPr>
            <a:cxnSpLocks/>
          </p:cNvCxnSpPr>
          <p:nvPr/>
        </p:nvCxnSpPr>
        <p:spPr>
          <a:xfrm flipH="1" flipV="1">
            <a:off x="6193944" y="4050939"/>
            <a:ext cx="1553017" cy="131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C42FF58A-69A3-D462-66C9-205B2595216F}"/>
              </a:ext>
            </a:extLst>
          </p:cNvPr>
          <p:cNvSpPr txBox="1"/>
          <p:nvPr/>
        </p:nvSpPr>
        <p:spPr>
          <a:xfrm>
            <a:off x="7835307" y="3864053"/>
            <a:ext cx="37191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Рейтинг дня по методу Дон Гуна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B3431B8-FB9B-D33E-756E-0B0BFC02891F}"/>
              </a:ext>
            </a:extLst>
          </p:cNvPr>
          <p:cNvSpPr txBox="1"/>
          <p:nvPr/>
        </p:nvSpPr>
        <p:spPr>
          <a:xfrm>
            <a:off x="5046612" y="4456669"/>
            <a:ext cx="82394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800" dirty="0"/>
              <a:t>5 – Золотой замок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390F32-B141-196E-87EC-452573E94728}"/>
              </a:ext>
            </a:extLst>
          </p:cNvPr>
          <p:cNvSpPr txBox="1"/>
          <p:nvPr/>
        </p:nvSpPr>
        <p:spPr>
          <a:xfrm>
            <a:off x="6728414" y="4456669"/>
            <a:ext cx="343043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800" dirty="0"/>
              <a:t>Дерево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18A6C92-E452-35CF-6CF3-38BF6A915583}"/>
              </a:ext>
            </a:extLst>
          </p:cNvPr>
          <p:cNvSpPr txBox="1"/>
          <p:nvPr/>
        </p:nvSpPr>
        <p:spPr>
          <a:xfrm>
            <a:off x="2542718" y="4362199"/>
            <a:ext cx="1670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Желтый и Черный пояс</a:t>
            </a:r>
          </a:p>
        </p:txBody>
      </p:sp>
      <p:cxnSp>
        <p:nvCxnSpPr>
          <p:cNvPr id="47" name="Прямая со стрелкой 46">
            <a:extLst>
              <a:ext uri="{FF2B5EF4-FFF2-40B4-BE49-F238E27FC236}">
                <a16:creationId xmlns:a16="http://schemas.microsoft.com/office/drawing/2014/main" id="{0831EF3E-6965-DB55-D756-6692B91DECC2}"/>
              </a:ext>
            </a:extLst>
          </p:cNvPr>
          <p:cNvCxnSpPr>
            <a:cxnSpLocks/>
          </p:cNvCxnSpPr>
          <p:nvPr/>
        </p:nvCxnSpPr>
        <p:spPr>
          <a:xfrm>
            <a:off x="4213256" y="4518283"/>
            <a:ext cx="6890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01D3818A-A2DB-956E-B8BB-3783C464BF95}"/>
              </a:ext>
            </a:extLst>
          </p:cNvPr>
          <p:cNvCxnSpPr>
            <a:cxnSpLocks/>
          </p:cNvCxnSpPr>
          <p:nvPr/>
        </p:nvCxnSpPr>
        <p:spPr>
          <a:xfrm flipH="1">
            <a:off x="7152963" y="4523249"/>
            <a:ext cx="52739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6D330BBE-B01C-4217-63E1-6BDD34644CE8}"/>
              </a:ext>
            </a:extLst>
          </p:cNvPr>
          <p:cNvSpPr txBox="1"/>
          <p:nvPr/>
        </p:nvSpPr>
        <p:spPr>
          <a:xfrm>
            <a:off x="7776931" y="4393290"/>
            <a:ext cx="37191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Черный Кролик</a:t>
            </a: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C1752882-F095-C40E-37BD-789F2A525D64}"/>
              </a:ext>
            </a:extLst>
          </p:cNvPr>
          <p:cNvSpPr/>
          <p:nvPr/>
        </p:nvSpPr>
        <p:spPr>
          <a:xfrm>
            <a:off x="4959168" y="1917699"/>
            <a:ext cx="2215641" cy="3187697"/>
          </a:xfrm>
          <a:prstGeom prst="rect">
            <a:avLst/>
          </a:prstGeom>
          <a:noFill/>
          <a:ln>
            <a:solidFill>
              <a:srgbClr val="DFD8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56A20C31-4193-445A-55B4-89738306B4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74" t="43495" r="4953" b="54829"/>
          <a:stretch/>
        </p:blipFill>
        <p:spPr>
          <a:xfrm>
            <a:off x="4997302" y="3214341"/>
            <a:ext cx="2157618" cy="45719"/>
          </a:xfrm>
          <a:prstGeom prst="rect">
            <a:avLst/>
          </a:prstGeom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1F3543CE-A0E1-DBC2-0A5D-3B14DF8BF1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74" t="43495" r="4953" b="54829"/>
          <a:stretch/>
        </p:blipFill>
        <p:spPr>
          <a:xfrm>
            <a:off x="4988179" y="3553614"/>
            <a:ext cx="2157618" cy="45719"/>
          </a:xfrm>
          <a:prstGeom prst="rect">
            <a:avLst/>
          </a:prstGeom>
        </p:spPr>
      </p:pic>
      <p:cxnSp>
        <p:nvCxnSpPr>
          <p:cNvPr id="55" name="Прямая со стрелкой 54">
            <a:extLst>
              <a:ext uri="{FF2B5EF4-FFF2-40B4-BE49-F238E27FC236}">
                <a16:creationId xmlns:a16="http://schemas.microsoft.com/office/drawing/2014/main" id="{3F7E87B3-A449-1647-B503-FD042EA78658}"/>
              </a:ext>
            </a:extLst>
          </p:cNvPr>
          <p:cNvCxnSpPr>
            <a:cxnSpLocks/>
          </p:cNvCxnSpPr>
          <p:nvPr/>
        </p:nvCxnSpPr>
        <p:spPr>
          <a:xfrm flipH="1">
            <a:off x="6729436" y="3724835"/>
            <a:ext cx="6239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2E250E9E-76EF-0F38-B6E8-66F5C827EE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74" t="43495" r="4953" b="54829"/>
          <a:stretch/>
        </p:blipFill>
        <p:spPr>
          <a:xfrm>
            <a:off x="4980205" y="3945966"/>
            <a:ext cx="2157618" cy="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83920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138</Words>
  <Application>Microsoft Office PowerPoint</Application>
  <PresentationFormat>Широкоэкранный</PresentationFormat>
  <Paragraphs>21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Дмитрий</dc:creator>
  <cp:lastModifiedBy>Дмитрий</cp:lastModifiedBy>
  <cp:revision>1</cp:revision>
  <dcterms:created xsi:type="dcterms:W3CDTF">2026-05-24T16:12:04Z</dcterms:created>
  <dcterms:modified xsi:type="dcterms:W3CDTF">2026-05-24T16:39:32Z</dcterms:modified>
</cp:coreProperties>
</file>